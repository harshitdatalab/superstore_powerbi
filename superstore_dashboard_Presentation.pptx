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38D4-C7EE-0033-97A1-340E42F49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61D20-9F36-F578-3082-4AF935368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F288-FE1E-BAE6-924F-D52CD615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29022-52AA-EC44-E051-EB2FF836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16F0E-EDF0-6B85-466E-93B2C4FE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96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6979-CA95-4AA6-7774-6699826F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CCC4-1696-2BC2-47E6-91783D6D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3BB7A-9574-91DF-998B-699F4311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31B65-EC1B-A588-4AD5-624DEC99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D999C-0E26-0975-884C-4C173C6A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35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A59B-7AFC-FFD6-C429-34503AB25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E1816-E029-817D-FA55-C2657576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60A0B-3CA2-AC6E-538B-60987AB9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04DFE-08D7-1E54-203D-69A9FD65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BC38-454C-9BE7-6812-708090A9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5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7F11-A402-E90C-8CFD-EEB2A3DF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0B0C-76BB-6243-2CD8-362037715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0AA20-5EE7-7B52-DC7F-ED745B19E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470EC-8ACB-4160-63DB-D0081183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DA20B-1FA3-2287-969C-53B4FD6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F1231-4187-26A3-9ED8-5EF0022C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51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D3E2-283D-5E4C-5CFD-789425D7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DAF4B-BFB4-45D5-1E08-2540B3601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B0238-30A7-C0E1-4733-6B79B4A4C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7326A-BC85-91B5-D67C-32C1AD714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63376-DED6-C1A8-99E2-60EC80DDC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20883-94A9-16D0-D940-4E57B205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612C5A-645B-D060-755B-9175D4CE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5EEE4-CAF7-58C1-2D78-5814C588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89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6835-D288-B7BE-7DA8-AA17ECF3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74D00-D021-5681-2D19-C4F4F7B0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475C2-BCE2-DC5B-F049-B490E819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01576-AD7B-FA16-C492-D8740C0E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64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D3781-553E-C91C-5067-97664BFA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E330A-0C72-159C-87EC-D6F63559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1681-D507-358A-BAAC-0186ABCD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1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C8BE-F78D-53DD-6035-1B016329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33C1-03D2-5358-AC54-37F23691A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285F2-8898-9122-B55D-AF03CBA26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D6F0D-E9B9-4D26-B40C-ED6216D1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30C65-B097-46D1-9198-7E5989A3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025FB-4308-A43F-03A6-2478E244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52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9DAE-C9D8-5F52-D23F-67688B0B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835C4-B7AA-1B12-F5AC-1B2BDFFF0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293C8-48FD-42FF-E068-726F1FF11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CBCA6-234B-5C03-2C5C-B43EB118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785DD-F414-86FC-305B-7C3D29AB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8A26-132C-478F-1CC8-A9BB466C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1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8957-DE56-B549-92B9-6A825197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9A435-39F9-2B95-ED4F-AF2DC2D58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3B969-E4F2-B587-181A-6BA4E04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6FCED-CED6-BB9D-89BB-63C0FE5B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D8F62-85B5-7C60-2184-A0DEB393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6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F9CB8-AC56-710F-3D34-C0F35AB0B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B8A1E-942C-35B2-684F-F742FE85A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FABA0-CAEF-64C7-391C-7038AE4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16476-189A-02C3-4B7B-D669DB4D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BFB1A-E284-0CA8-0EAA-F16C1D68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51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5AFCA-9FBD-6E6A-362E-C3D8DFCD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8CBB1-3930-B46C-D169-FE8F7C2AE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B359-F53C-1147-9D03-B7464CE7F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D5A77-AC48-45C5-92EF-5FA80D976E7F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3CF78-DB53-BD9E-7E31-7A19DB242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CA81-F755-DB78-DB8E-F39C62234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60263-D2B8-4937-8451-593FC4A5D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3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889C-35F1-8E46-1400-A6B190C2A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3EA2-0D33-A9FF-7B1B-92F7BA755C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E663C-4C6A-525A-4F62-840791980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3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5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32AFE6-F2CD-A9DB-2C10-A2EA96B8E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9" y="69574"/>
            <a:ext cx="11807688" cy="66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79D863-6A65-E0C5-8B93-438E22896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6" y="0"/>
            <a:ext cx="12023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E572E-A429-D442-EE14-2BE76149C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5" y="0"/>
            <a:ext cx="11907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1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8B58B-8527-A908-BDB3-04D7A3BCB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1" y="0"/>
            <a:ext cx="11837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1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Pal</dc:creator>
  <cp:lastModifiedBy>Harshit Pal</cp:lastModifiedBy>
  <cp:revision>1</cp:revision>
  <dcterms:created xsi:type="dcterms:W3CDTF">2026-05-30T18:44:08Z</dcterms:created>
  <dcterms:modified xsi:type="dcterms:W3CDTF">2026-05-30T18:46:47Z</dcterms:modified>
</cp:coreProperties>
</file>